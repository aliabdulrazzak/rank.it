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9456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Rank.it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on what matters. Rank what wins.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CSC 461 — Team Rankers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Ali  ·  Ethan  ·  Jordan  ·  Eddie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Rank.it  ·  CSC 461 Group Project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3716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Rank.it?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Android polling app for opinionated takes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browse polls organized by category (Food, Sports, Gaming, Movies, custom).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poll has options that users upvote or downvote in real time.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are rate-limited (10 per 3-minute window) to keep rankings honest.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polls, options, and votes are persisted in Firebase Firestore.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create new polls, add new options to existing polls, and add new categories.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Settings screen offers dark mode, color themes, and adjustable font scale.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Rank.it  ·  CSC 461 Group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3716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it with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Kotlin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Jetpack Compose with Material 3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MVVM with AndroidViewModel + StateFlow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Firebase Firestore (real-time NoSQL) + Firebase Auth dependency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SharedPreferences for local vote-rate state and theme settings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Gradle (Kotlin DSL), Android compileSdk 36, minSdk 24, target 36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tooling: Android Studio, Git + GitHub (WCU CooperLab org)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Rank.it  ·  CSC 461 Group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3716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data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Compose UI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(PollScreen,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SettingsScreen)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20116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0116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PollViewModel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(StateFlow)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20116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0116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db (singleton)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Firestore wrapper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92640" y="201168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0" y="20116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Firebase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Firestore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2560320"/>
            <a:ext cx="64008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35040" y="2560320"/>
            <a:ext cx="64008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52560" y="2560320"/>
            <a:ext cx="64008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40080" y="365760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observes StateFlow&lt;List&lt;Poll&gt;&gt; via collectAsStateWithLifecycle — recomposes on change.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calls db.vote / db.addOption / db.createCategory; updates local state on success.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wraps every Firestore read/write and exposes simple callbacks back to the ViewModel.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state and Firestore writes happen optimistically; reads on launch hydrate the UI.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Rank.it  ·  CSC 461 Group Project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3716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chip-based filtering (All, Food, Sports, Gaming, Movies + user-added).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polls with 2+ options; add new options to existing polls on the fly.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Upvote / downvote with animated vote counts and percentage progress bars.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Vote-budget rate limiter: 10 votes per 3 minutes, with a visible reset timer.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button to surface the most-voted polls.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dark mode toggle, multiple color themes, adjustable font scale (80–150%).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sync: every action writes to Firestore so polls are shared across devices.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Rank.it  ·  CSC 461 Group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3716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collections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categories/{categoryId}        — one document per poll (name, filterCategory, createdAt)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categories/{categoryId}/options/{optionId}   — subcollection: name, score, imageUrl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filterCategories/{id}          — user-added category labels (name, createdAt)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mirrors this: Poll(id, firestoreId, title, category, options) +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PollOption(id, firestoreId, name, votes).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= atomic FieldValue.increment on the option's score field.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Vote-budget state lives in SharedPreferences (remaining + resetTime), not Firestore.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Rank.it  ·  CSC 461 Group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3716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Proposal &amp; scaffolding: agreed on Compose + Firestore; scaffolded Android project.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Core polling UI: data classes, ViewModel, list of polls with filter chips.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Voting logic: upvote/downvote, vote-budget rate limiter, score animations.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Firestore integration: db singleton, createCategory / addOption / vote / loadPolls.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Settings &amp; theming: dark mode, color themes, font scale, persisted via prefs.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Polish: trending sort, percentage bars, animated counts, logo and branding.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— Testing &amp; release: closed testing build, bug fixes (e.g. invalid Firestore path).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Rank.it  ·  CSC 461 Group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3716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Ali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UI &amp; Voting Logic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Built Compose screens (PollScreen, PollCard, dialogs).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Implemented upvote/downvote, animations, percentage bars.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Wired ViewModel state and Firestore loadPolls integration.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Owned trending feature and crash-bug fixes.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Jordan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Firestore / Database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Designed the Firestore schema (categories, options, filterCategories).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Wrote db.kt: createCategory, addOption, vote, loadPolls, listen.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Implemented score updates with FieldValue.increment.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Improved voting reliability (read-after-write fixes).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14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Ethan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Theming &amp; Settings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89204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Built SettingsScreen (dark mode, color themes, font scale).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Created the AppTheme palette set and Material 3 wiring.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Designed the logo and overall visual identity.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Managed Android keystore and closed-testing release.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114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Eddie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4526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User Testing &amp; QA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89204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Drove playtests with classmates and external users.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Logged bugs, edge cases, and confusing UX flows.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Verified vote rate-limit and reset-timer behavior.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8FAFC"/>
                </a:solidFill>
              </a:rPr>
              <a:t>Authored the Rank.It privacy policy page.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Rank.it  ·  CSC 461 Group Project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3716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UI vs Firestore IDs — newly-added options had empty firestoreId, so a fast vote built an odd-segment path and crashed. Fixed by writing the generated ID back into the local poll on add.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rate-limiting required local persistence so it survives app restarts.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recomposition + StateFlow took a few iterations to keep votes responsive without flicker.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on Firestore schema early made parallel work much easier.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testing (Eddie) caught edge cases that we missed in dev.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Rank.it  ·  CSC 461 Group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3716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Wrap-up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create a poll, vote, watch counts animate, hit the rate limit.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testing build available via internal Play Console track.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WCU-CS-CooperLab/csc461-s26-group-project-rankers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watching — questions?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9377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38BDF8"/>
                </a:solidFill>
              </a:rPr>
              <a:t>Rank.it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Rank.it  ·  CSC 461 Group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West Chester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Rank.it</dc:title>
  <dc:subject>PptxGenJS Presentation</dc:subject>
  <dc:creator>CSC 461 Team Rankers</dc:creator>
  <cp:lastModifiedBy>CSC 461 Team Rankers</cp:lastModifiedBy>
  <cp:revision>1</cp:revision>
  <dcterms:created xsi:type="dcterms:W3CDTF">2026-04-29T17:04:43Z</dcterms:created>
  <dcterms:modified xsi:type="dcterms:W3CDTF">2026-04-29T17:04:43Z</dcterms:modified>
</cp:coreProperties>
</file>